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AI Pediatric Pneumonia Detector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4A853"/>
                </a:solidFill>
              </a:defRPr>
            </a:pPr>
            <a:r>
              <a:t>Business Model &amp; Revenue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Product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🩺 Product Name: AI Pediatric Pneumonia Detector (APPD)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💡 One-Line Value Proposition: AI-powered diagnostic &amp; clinical intelligence platform enabling doctors to diagnose pneumonia faster, store complete patient histories, and access emergency protocols.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📊 Product Maturity: Functional local prototype with DenseNet CNN, vital signs analysis, and explainable AI — ready for cloud deployment (Year 1).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🔧 Technical Differentiation: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Dual-AI approach: ML (Gradient Boosting) for vital signs + DL (DenseNet CNN) for chest X-rays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Explainable outputs (interpretable dictionary) — crucial for clinical adoption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Full medical data ecosystem (history, treatments, medications, emergency protocols)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Agentic AI automation — intelligent clinical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Why Different? The Ecosystem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❌ Problem with competitors: diagnostic tool only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✅ APPD Solution: complete medical intelligence system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Includes: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1. Diagnostic accuracy (pneumonia detection via AI)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2. Complete patient history management (structured data)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3. Doctor-to-doctor communication platform (Algeria gap)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4. Emergency intelligence (allergies, medications, protocols)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5. Data lake for research &amp; pharma insights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→ Not a tool. A medical intelligence infrastructure.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Target Market — Algeria Healthcare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📍 Market Size: 48M population | 1,200+ public hospitals | 5,000+ private clinics | 15+ medical universities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🎯 Primary Users (Doctors, Nurses):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Pediatricians (pneumonia specialists)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Emergency room doctors (trauma, urgent cases)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General practitioners (referral points)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Nurses (clinical data entry &amp; monitoring)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💰 Paying Entities (Revenue Sources):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Private cabinets &amp; clinics (willing to pay for efficiency)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University hospitals (need research data)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CNAS (government insurance) — partnership for bulk licensing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Pharma companies (data monetization partner)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Core Problem in Algeria (Why This Matters)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🔴 Critical Healthcare Gaps: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1. NO centralized patient data: Each doctor keeps handwritten notes or basic files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2. NO doctor-to-doctor communication: Patient sees multiple specialists — no shared history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3. NO structured medical tracking: Impossible to follow treatment continuity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4. NO emergency protocols: Life-threatening situations lack instant patient context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5. NO research datasets: Algerian pharma/universities cannot analyze treatment effectiveness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💥 Result: Delayed diagnoses, repeated tests, poor outcomes, lost research opportunities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Why Clinics Will Pay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✅ Direct ROI for Private Cabinets: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Faster diagnoses = higher patient throughput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Reduce X-ray misreads (AI verification)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Instant patient history (no search time)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Better referral outcomes = patient loyalty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Legal protection (AI decisions are documented &amp; explainable)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✅ ROI for Hospitals: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Emergency protocols save lives (measurable metric)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Research data = competitive advantage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Staff coordination tools reduce ER bottlenecks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Performance rankings drive quality improvements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Pricing Strategy — Year 3+ Monetization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💰 Baseline Principle: Subscription revenue must cover core costs by Month 6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🎯 Target: 5 paying cabinets × subscription fee = 20,000 DZD/month = full operation cost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Pricing Model (3 Tiers in DZD):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Tier 1: Small Cabinet (1-2 doctors)        → 3,000 DZD/month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Tier 2: Clinic (3-5 doctors)                → 6,000 DZD/month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Tier 3: Hospital (50+ beds, 10+ doctors) → 15,000 DZD/month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✅ 5 cabinets scenario: 2 Tier-1 (6K) + 2 Tier-2 (12K) + 1 Tier-3 (15K) = 33,000 DZD/month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3600" b="1">
                <a:solidFill>
                  <a:srgbClr val="FFFFFF"/>
                </a:solidFill>
              </a:defRPr>
            </a:pPr>
            <a:r>
              <a:t>Pricing Tiers Breakdown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Client Type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Monthly Fee (DZD)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Data Limit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Small Cabinet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1-2 doctors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100GB/month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Clinic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Tier 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6,000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3-5 doctors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500GB/month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Hospital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Tier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10+ doctors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Unlimited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University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Academic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Unlimited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Unlimited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Financial Simulation: Year 3, Months 1-6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📊 Scenario: 5 Paying Cabinets (Conservative Adoption)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Revenue Stream: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Month 1: 1 cabinet (Tier 1) = 3,000 DZD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Month 2: +1 cabinet (Tier 2) = 3,000 + 6,000 = 9,000 DZD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Month 3: +1 clinic (Tier 2) = 9,000 + 6,000 = 15,000 DZD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Month 4: +1 small cabinet (Tier 1) = 15,000 + 3,000 = 18,000 DZD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Month 5: +1 hospital pilot (Tier 3) = 18,000 + 15,000 = 33,000 DZD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Month 6: Stable at 33,000 DZD/month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→ By Month 6: Revenue EXCEEDS all operational costs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3600" b="1">
                <a:solidFill>
                  <a:srgbClr val="FFFFFF"/>
                </a:solidFill>
              </a:defRPr>
            </a:pPr>
            <a:r>
              <a:t>6-Month Revenue &amp; Cost Projection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Clients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Revenue (DZD)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Operating Costs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Deficit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9,000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24,000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Deficit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Deficit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18,000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24,000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Deficit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33,000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✅ Profit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33,000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24,000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✅ Profit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Operating Costs Breakdown (Monthly)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💸 Year 3 Operating Budget: 24,000 DZD/month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Fixed Costs: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Senior Developer Salary:          70,000 DZD (70% allocated to APPD)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Data Engineer (part-time):        30,000 DZD (50% allocated)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ML Engineer (part-time):          25,000 DZD (50% allocated)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DL Engineer (part-time):          20,000 DZD (50% allocated)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Infrastructure: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Algerian Cloud (10TB storage):     4,000 DZD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Agentic AI compute (APIs):         2,000 DZD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Domain &amp; SSL certificates:           400 DZD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Backup &amp; security:                    500 DZD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Total Monthly: ~24,000 DZD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Team Structure &amp; Cost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👨‍💼 Lean Team Model (4 members):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1. Agentic AI Engineer (Lead Developer)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Cost: 70,000 DZD/month | Role: Full-stack, business logic, platform development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2. Data Engineer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Cost: 15,000 DZD (50% allocation) | Role: Medical data pipeline, ETL, validation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3. ML Engineer (Manager Role)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Cost: 12,500 DZD (50% allocation) | Role: Vital signs models, training, optimization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4. DL Engineer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Cost: 10,000 DZD (50% allocation) | Role: DenseNet CNN maintenance, X-ray improvements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→ Total allocated to APPD: ~107,500 DZD (shared across team)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3600" b="1">
                <a:solidFill>
                  <a:srgbClr val="FFFFFF"/>
                </a:solidFill>
              </a:defRPr>
            </a:pPr>
            <a:r>
              <a:t>Monthly Cost Structure (Year 3+)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Cost (DZD)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% of Budget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F4C81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Developer Salaries (allocated)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17,500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Shared team effort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Cloud Infrastructure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4,000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10TB Algerian cloud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AI Compute &amp; APIs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Agentic AI + model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Operations &amp; Security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900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Domains, backups, compliance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24,400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Break-even at 5 subscriptions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Multiple Revenue Streams (Year 3+)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Stream 1: Subscription Revenue (Platform Access)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Doctors, clinics, hospitals pay for platform access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Baseline: 3,000-15,000 DZD/month per entity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Stream 2: Data Monetization (Year 2+)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Anonymous medical datasets to research labs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Pharma efficacy studies (side effects, drug interactions)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University thesis work (epidemiology, outcomes analysis)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Estimated: 5,000-20,000 DZD/dataset sale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Stream 3: AI Model Licensing (Year 3+)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License DenseNet CNN + vital signs models to other platforms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API access to APPD predictions for third-party apps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Estimated: 2,000-5,000 DZD/month per partner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Year 3+ Revenue Projection (Conservative)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📊 Assumption: 5-10 paying subscriptions by Year 3 start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Subscription Revenue: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3 small cabinets × 3,000 = 9,000 DZD/month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3 clinics × 6,000 = 18,000 DZD/month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1 hospital × 15,000 = 15,000 DZD/month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→ Subtotal: 42,000 DZD/month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Data Monetization (ongoing):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2 research datasets/month × 7,500 avg = 15,000 DZD/month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API Licensing (2 partners):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2 × 3,000 = 6,000 DZD/month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💰 TOTAL YEAR 3 REVENUE: ~63,000 DZD/month (756,000 DZD/year)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Financial Philosophy: Build First, Profit Later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📅 Timeline: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Year 1 (Months 1-12): FREE Platform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Goal: Deploy to 10-20 cabinets/clinics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Collect real medical data (no monetization)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Build user feedback loop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Develop AI features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Cost: Founder self-funded + investor capital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Year 2 (Months 13-24): Data Monetization Begins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Platform remains FREE for users (attract adoption)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Revenue: Sell anonymized datasets only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Reinvest 100% in R&amp;D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Year 3 (Months 25+): Full Monetization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Subscriptions begin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Data sales accelerate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Revenue split: 50% reinvest, 50% team profit-sharing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Reinvestment Strategy (Year 3+)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💡 When subscriptions reach 20,000+ DZD/month profitability: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50% Reinvestment Plan: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🔬 30% → LLM Development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Build Algerian medical LLM (Arabic/French)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Focus: pneumonia, respiratory diseases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Target: By end of Year 3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👨‍💻 35% → Engineering Team Expansion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Hire specialized NLP engineer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Expand ML team for new diseases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☁️ 20% → Infrastructure &amp; Sovereign Cloud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Redundant Algerian servers (reliability)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GDPR + local data residency compliance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📚 15% → Research &amp; Partnerships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Collaborate with USTHB, CHU hospitals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Publish clinical validation papers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Competitive Advantage: Unique Position in Algeria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🏆 No Direct Competitor in Algeria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Why?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1. NO existing medical data lake in Algeria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2. NO Algerian medical LLM trained on local data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3. NO doctor communication ecosystem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4. NO AI-powered pneumonia detection available locally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Competitors (International):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✓ Solutions exist (IBM Watson, Google Cloud, etc.)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✗ BUT: Not localized, expensive, don't solve Algeria's data fragmentation problem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Defensible Moat: Data First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🔐 Why This is Hard to Replicate: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1. Medical Data Monopoly (Hard to Build)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Requires 1-2 years of free platform adoption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10,000+ patient records with full history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Competitors starting now won't catch up for 3 years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2. Algerian LLM (Institutional Advantage)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Trained on local medical practices, terminology, regulations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Competitors using international models = cultural mismatch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Cannot be replicated without Algeria-specific data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3. Doctor Network Lock-in (Switching Cost)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Once doctors use platform, they save time (history, protocols)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Switching = losing patient continuity (high friction)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First-mover wins this ecosystem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3-Year Strategic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4A853"/>
                </a:solidFill>
              </a:defRPr>
            </a:pPr>
            <a:r>
              <a:t>From Prototype to Algerian Medical Intelligence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Year 1: Build &amp; Deploy (Months 1-12)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🎯 Goal: Establish product-market fit + 15 active users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Technical Milestones: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✓ Deploy full-stack to Algerian cloud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✓ Mobile app for patient viewing (React Native)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✓ Web dashboard for doctors (React + Node.js)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✓ DenseNet CNN in production (inference &lt; 3 sec)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✓ Vital signs ML models (Gradient Boosting)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✓ Emergency protocol engine (automated alerts)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Business Milestones: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✓ Sign 10-15 FREE beta users (cabinets + clinics)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✓ Collect 500+ patient records with full histories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✓ Publish clinical validation paper (partnership with CHU)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✓ Obtain healthcare ministry recognition (digital health initiative)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Year 2: Monetization Preparation (Months 13-24)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🎯 Goal: 30 active users + data sale revenue (50K DZD/month)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Product Evolution: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✓ Advanced AI: vital signs prediction (7-day forecast)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✓ Research API: structured dataset access for universities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✓ Agentic workflows: automated clinical reminders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✓ Integration: CNAS (government insurance) pilot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Data Strategy: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✓ Anonymize 5,000+ patient records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✓ Sell datasets to: USTHB, Pharma labs, research centers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✓ Build 3-4 datasets around common diseases (pneumonia, asthma, etc.)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Market Expansion: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✓ Convert 5 pilot FREE users → paid subscribers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✓ Start international exploratory talks (other MENA countries)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✓ Revenue target: 50,000 DZD/month (data sales)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Year 3: Scale &amp; LLM Launch (Months 25-36)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🎯 Goal: 50+ subscribers + Algerian Medical LLM launch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Product Launch: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🚀 Algerian Medical LLM (GPT-style, 7B parameters)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🎯 Focus: Pneumonia, respiratory diseases, pediatric cases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🌍 Multilingual: Arabic, French, English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📊 Trained on: 10,000+ anonymized patient records + public literature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Business Expansion: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💰 Subscriptions from 20+ clinics (target: 40K-50K DZD/month)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📦 Enterprise package for CHU hospitals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🏥 CNAS official partnership (bulk government licensing)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🔬 Pharma integrations (efficacy monitoring, adverse events)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International Prep: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🌐 Tunisia, Morocco pilots (same tech, localized language models)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Vision: The Algerian Medical Intelligence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🌐 Long-term Goal (Post-Year 3):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APPD becomes THE central medical intelligence hub for Algeria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Network Structure: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👨‍⚕️ Doctor ↔ Doctor: Shared patient history, referrals, consults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👨‍⚕️ Doctor ↔ Patient: Transparent diagnosis, treatment plans, follow-up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👨‍⚕️ Doctor ↔ Pharma: Real-world evidence, drug efficacy, side effect monitoring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🏥 Hospital ↔ Research: Anonymized datasets for clinical trials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Key Features: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📊 Medical data lake (centralized, secure, GDPR-compliant)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🤖 Algerian medical LLM (context-aware, multilingual)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🚨 Emergency intelligence (instant patient context)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📈 Performance analytics (doctor &amp; hospital rankings)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Investment Ask &amp; Use of Funds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💰 Seed Investment Required: 5,000,000 DZD (2-year runway)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Use of Funds: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30% (1.5M) → Cloud infrastructure &amp; AI compute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25% (1.25M) → Team salaries (Year 1-2)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20% (1M) → Product development (web + mobile apps)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15% (750K) → Legal, compliance, healthcare certifications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10% (500K) → Marketing &amp; user acquisition (beta phase)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Expected Returns (Year 3):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50+ paying subscribers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756,000 DZD/year revenue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Platform valuation: 15-25M DZD (based on SaaS multiples)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Data assets: Unique competitive advantage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Key Success Metrics (KPIs)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📊 Tracking Progress: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Year 1 Targets: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15 active users (doctors/clinics)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500+ patient records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95%+ AI diagnostic accuracy (vs. human radiologists)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1 peer-reviewed publication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Year 2 Targets: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30 active users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5,000+ patient records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50,000 DZD/month revenue (data sales)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2-3 pharma data sales contracts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Year 3 Targets: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50+ paying subscribers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756,000 DZD/year revenue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LLM trained and deployed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   • CNAS partnership signed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